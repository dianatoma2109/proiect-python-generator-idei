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84"/>
  </p:normalViewPr>
  <p:slideViewPr>
    <p:cSldViewPr snapToGrid="0">
      <p:cViewPr varScale="1">
        <p:scale>
          <a:sx n="81" d="100"/>
          <a:sy n="81" d="100"/>
        </p:scale>
        <p:origin x="2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C7943-66A9-D344-B285-4264C3C0DE84}" type="datetimeFigureOut">
              <a:rPr lang="ro-RO" smtClean="0"/>
              <a:t>13.01.2025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B197D-C001-3D4B-AB6C-B7A720EDBD6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096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B197D-C001-3D4B-AB6C-B7A720EDBD6D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7187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2EA7947-E287-4738-8C82-07CE4F01EF03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2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0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5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7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150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7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41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8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03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71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874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075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96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981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389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4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6CB39B-5F4C-4A7E-9BE3-AAFD45576D16}" type="datetime2">
              <a:rPr lang="en-US" smtClean="0"/>
              <a:t>Monday, January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FDA3-A7BD-DB85-02D6-0A9BA5B44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Generator de </a:t>
            </a:r>
            <a:r>
              <a:rPr lang="en-US" dirty="0" err="1"/>
              <a:t>Idei</a:t>
            </a:r>
            <a:r>
              <a:rPr lang="en-US" dirty="0"/>
              <a:t> Creative</a:t>
            </a:r>
            <a:endParaRPr lang="ro-RO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2FBB2-D172-3CCE-82B4-EF3A05447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732" y="3826042"/>
            <a:ext cx="3729788" cy="179574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000" dirty="0"/>
              <a:t> </a:t>
            </a:r>
            <a:r>
              <a:rPr lang="en-US" sz="2000" dirty="0" err="1"/>
              <a:t>Dobrescu</a:t>
            </a:r>
            <a:r>
              <a:rPr lang="en-US" sz="2000" dirty="0"/>
              <a:t> Luca Andrei</a:t>
            </a:r>
          </a:p>
          <a:p>
            <a:pPr algn="ctr"/>
            <a:r>
              <a:rPr lang="en-US" sz="2000" dirty="0"/>
              <a:t> </a:t>
            </a:r>
            <a:r>
              <a:rPr lang="en-US" sz="2000" dirty="0" err="1"/>
              <a:t>Gavrilita</a:t>
            </a:r>
            <a:r>
              <a:rPr lang="en-US" sz="2000" dirty="0"/>
              <a:t> Iulian-Stefan</a:t>
            </a:r>
          </a:p>
          <a:p>
            <a:pPr algn="ctr"/>
            <a:r>
              <a:rPr lang="en-US" sz="2000" dirty="0"/>
              <a:t> Dogaru Octavian</a:t>
            </a:r>
          </a:p>
          <a:p>
            <a:pPr algn="ctr"/>
            <a:r>
              <a:rPr lang="en-US" sz="2000" dirty="0"/>
              <a:t>Toma </a:t>
            </a:r>
            <a:r>
              <a:rPr lang="en-US" sz="2000" dirty="0" err="1"/>
              <a:t>DianA</a:t>
            </a:r>
            <a:endParaRPr lang="en-US" sz="2000" dirty="0"/>
          </a:p>
          <a:p>
            <a:pPr algn="ctr"/>
            <a:r>
              <a:rPr lang="en-US" sz="2000" dirty="0"/>
              <a:t>Grupa 423A</a:t>
            </a:r>
            <a:endParaRPr lang="ro-RO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86ABB614-D01F-ECDD-086F-860816E3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75" r="13340" b="-1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17754B-A090-261E-3313-D47744F040F9}"/>
              </a:ext>
            </a:extLst>
          </p:cNvPr>
          <p:cNvSpPr txBox="1"/>
          <p:nvPr/>
        </p:nvSpPr>
        <p:spPr>
          <a:xfrm>
            <a:off x="1120525" y="6247425"/>
            <a:ext cx="299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Realizat in limbajul </a:t>
            </a:r>
            <a:r>
              <a:rPr lang="ro-RO" dirty="0" err="1"/>
              <a:t>python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4542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9176-87F4-0B8A-FB4B-F6D352BF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Introducere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4A47-653C-BB93-797B-A9AF10276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b="1" dirty="0"/>
              <a:t>Generator de </a:t>
            </a:r>
            <a:r>
              <a:rPr lang="en-US" b="1" dirty="0" err="1"/>
              <a:t>Idei</a:t>
            </a:r>
            <a:r>
              <a:rPr lang="en-US" b="1" dirty="0"/>
              <a:t> Creative</a:t>
            </a:r>
            <a:r>
              <a:rPr lang="en-US" dirty="0"/>
              <a:t> </a:t>
            </a:r>
            <a:r>
              <a:rPr lang="en-US" dirty="0" err="1"/>
              <a:t>ajută</a:t>
            </a:r>
            <a:r>
              <a:rPr lang="en-US" dirty="0"/>
              <a:t> </a:t>
            </a:r>
            <a:r>
              <a:rPr lang="en-US" dirty="0" err="1"/>
              <a:t>utilizatorii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descopere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gestioneze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creative </a:t>
            </a:r>
            <a:r>
              <a:rPr lang="en-US" dirty="0" err="1"/>
              <a:t>aleatorii</a:t>
            </a:r>
            <a:r>
              <a:rPr lang="en-US" dirty="0"/>
              <a:t>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utilă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stimularea</a:t>
            </a:r>
            <a:r>
              <a:rPr lang="en-US" dirty="0"/>
              <a:t> </a:t>
            </a:r>
            <a:r>
              <a:rPr lang="en-US" dirty="0" err="1"/>
              <a:t>imaginației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găsirea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activități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interesante</a:t>
            </a:r>
            <a:r>
              <a:rPr lang="en-US" dirty="0"/>
              <a:t> de </a:t>
            </a:r>
            <a:r>
              <a:rPr lang="en-US" dirty="0" err="1"/>
              <a:t>realizat</a:t>
            </a:r>
            <a:r>
              <a:rPr lang="en-US" dirty="0"/>
              <a:t>.</a:t>
            </a:r>
          </a:p>
          <a:p>
            <a:r>
              <a:rPr lang="en-US" dirty="0" err="1"/>
              <a:t>Funcțiile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ale </a:t>
            </a:r>
            <a:r>
              <a:rPr lang="en-US" dirty="0" err="1"/>
              <a:t>aplicației</a:t>
            </a:r>
            <a:r>
              <a:rPr lang="en-US" dirty="0"/>
              <a:t> sunt: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Generare</a:t>
            </a:r>
            <a:r>
              <a:rPr lang="en-US" b="1" dirty="0"/>
              <a:t> de </a:t>
            </a:r>
            <a:r>
              <a:rPr lang="en-US" b="1" dirty="0" err="1"/>
              <a:t>idei</a:t>
            </a:r>
            <a:r>
              <a:rPr lang="en-US" b="1" dirty="0"/>
              <a:t> </a:t>
            </a:r>
            <a:r>
              <a:rPr lang="en-US" b="1" dirty="0" err="1"/>
              <a:t>aleatorii</a:t>
            </a:r>
            <a:r>
              <a:rPr lang="en-US" dirty="0"/>
              <a:t> –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apăsare</a:t>
            </a:r>
            <a:r>
              <a:rPr lang="en-US" dirty="0"/>
              <a:t> a </a:t>
            </a:r>
            <a:r>
              <a:rPr lang="en-US" dirty="0" err="1"/>
              <a:t>butonului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o idee </a:t>
            </a:r>
            <a:r>
              <a:rPr lang="en-US" dirty="0" err="1"/>
              <a:t>nouă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-o </a:t>
            </a:r>
            <a:r>
              <a:rPr lang="en-US" dirty="0" err="1"/>
              <a:t>listă</a:t>
            </a:r>
            <a:r>
              <a:rPr lang="en-US" dirty="0"/>
              <a:t> </a:t>
            </a:r>
            <a:r>
              <a:rPr lang="en-US" dirty="0" err="1"/>
              <a:t>predefinită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Salvarea</a:t>
            </a:r>
            <a:r>
              <a:rPr lang="en-US" b="1" dirty="0"/>
              <a:t> </a:t>
            </a:r>
            <a:r>
              <a:rPr lang="en-US" b="1" dirty="0" err="1"/>
              <a:t>ideilor</a:t>
            </a:r>
            <a:r>
              <a:rPr lang="en-US" b="1" dirty="0"/>
              <a:t> </a:t>
            </a:r>
            <a:r>
              <a:rPr lang="en-US" b="1" dirty="0" err="1"/>
              <a:t>preferate</a:t>
            </a:r>
            <a:r>
              <a:rPr lang="en-US" dirty="0"/>
              <a:t> – </a:t>
            </a: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salva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care le </a:t>
            </a:r>
            <a:r>
              <a:rPr lang="en-US" dirty="0" err="1"/>
              <a:t>plac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le consulta ulterior.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Adăugarea</a:t>
            </a:r>
            <a:r>
              <a:rPr lang="en-US" b="1" dirty="0"/>
              <a:t> de </a:t>
            </a:r>
            <a:r>
              <a:rPr lang="en-US" b="1" dirty="0" err="1"/>
              <a:t>idei</a:t>
            </a:r>
            <a:r>
              <a:rPr lang="en-US" b="1" dirty="0"/>
              <a:t> </a:t>
            </a:r>
            <a:r>
              <a:rPr lang="en-US" b="1" dirty="0" err="1"/>
              <a:t>noi</a:t>
            </a:r>
            <a:r>
              <a:rPr lang="en-US" dirty="0"/>
              <a:t> – </a:t>
            </a: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contribui</a:t>
            </a:r>
            <a:r>
              <a:rPr lang="en-US" dirty="0"/>
              <a:t> cu </a:t>
            </a:r>
            <a:r>
              <a:rPr lang="en-US" dirty="0" err="1"/>
              <a:t>propriile</a:t>
            </a:r>
            <a:r>
              <a:rPr lang="en-US" dirty="0"/>
              <a:t> lor </a:t>
            </a:r>
            <a:r>
              <a:rPr lang="en-US" dirty="0" err="1"/>
              <a:t>idei</a:t>
            </a:r>
            <a:r>
              <a:rPr lang="en-US" dirty="0"/>
              <a:t>, </a:t>
            </a:r>
            <a:r>
              <a:rPr lang="en-US" dirty="0" err="1"/>
              <a:t>extinzând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Vizualizarea</a:t>
            </a:r>
            <a:r>
              <a:rPr lang="en-US" b="1" dirty="0"/>
              <a:t> </a:t>
            </a:r>
            <a:r>
              <a:rPr lang="en-US" b="1" dirty="0" err="1"/>
              <a:t>ideilor</a:t>
            </a:r>
            <a:r>
              <a:rPr lang="en-US" b="1" dirty="0"/>
              <a:t> </a:t>
            </a:r>
            <a:r>
              <a:rPr lang="en-US" b="1" dirty="0" err="1"/>
              <a:t>salvate</a:t>
            </a:r>
            <a:r>
              <a:rPr lang="en-US" dirty="0"/>
              <a:t> – o </a:t>
            </a:r>
            <a:r>
              <a:rPr lang="en-US" dirty="0" err="1"/>
              <a:t>listă</a:t>
            </a:r>
            <a:r>
              <a:rPr lang="en-US" dirty="0"/>
              <a:t> cu </a:t>
            </a:r>
            <a:r>
              <a:rPr lang="en-US" dirty="0" err="1"/>
              <a:t>ideile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accesată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moment.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3771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3E79C1-59E2-772D-DF97-8A64290DE1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85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A29954-08CF-6047-35B1-45C3408E2CBC}"/>
              </a:ext>
            </a:extLst>
          </p:cNvPr>
          <p:cNvSpPr txBox="1"/>
          <p:nvPr/>
        </p:nvSpPr>
        <p:spPr>
          <a:xfrm>
            <a:off x="7865806" y="2251587"/>
            <a:ext cx="3706762" cy="3972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2800" dirty="0"/>
              <a:t>Asa </a:t>
            </a:r>
            <a:r>
              <a:rPr lang="en-US" sz="2800" dirty="0" err="1"/>
              <a:t>arata</a:t>
            </a:r>
            <a:r>
              <a:rPr lang="en-US" sz="2800" dirty="0"/>
              <a:t> </a:t>
            </a:r>
            <a:r>
              <a:rPr lang="en-US" sz="2800" dirty="0" err="1"/>
              <a:t>interfata</a:t>
            </a:r>
            <a:r>
              <a:rPr lang="en-US" sz="2800" dirty="0"/>
              <a:t> </a:t>
            </a:r>
            <a:r>
              <a:rPr lang="en-US" sz="2800" dirty="0" err="1"/>
              <a:t>programului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531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C8B5-C50E-1CC0-3896-E734CDF8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 am </a:t>
            </a:r>
            <a:r>
              <a:rPr lang="en-US" b="1" dirty="0" err="1"/>
              <a:t>dorit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realizăm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A1F7-1C4E-9C75-4E4C-1574C12A9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Obiectivul</a:t>
            </a:r>
            <a:r>
              <a:rPr lang="en-US" dirty="0"/>
              <a:t> principal al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folosit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ajute</a:t>
            </a:r>
            <a:r>
              <a:rPr lang="en-US" dirty="0"/>
              <a:t> </a:t>
            </a:r>
            <a:r>
              <a:rPr lang="en-US" dirty="0" err="1"/>
              <a:t>utilizatorii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își</a:t>
            </a:r>
            <a:r>
              <a:rPr lang="en-US" dirty="0"/>
              <a:t> </a:t>
            </a:r>
            <a:r>
              <a:rPr lang="en-US" dirty="0" err="1"/>
              <a:t>dezvolte</a:t>
            </a:r>
            <a:r>
              <a:rPr lang="en-US" dirty="0"/>
              <a:t> </a:t>
            </a:r>
            <a:r>
              <a:rPr lang="en-US" dirty="0" err="1"/>
              <a:t>creativitatea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interesante</a:t>
            </a:r>
            <a:r>
              <a:rPr lang="en-US" dirty="0"/>
              <a:t>.</a:t>
            </a:r>
          </a:p>
          <a:p>
            <a:r>
              <a:rPr lang="en-US" b="1" dirty="0" err="1"/>
              <a:t>Obiectivele</a:t>
            </a:r>
            <a:r>
              <a:rPr lang="en-US" b="1" dirty="0"/>
              <a:t> </a:t>
            </a:r>
            <a:r>
              <a:rPr lang="en-US" b="1" dirty="0" err="1"/>
              <a:t>specifice</a:t>
            </a:r>
            <a:r>
              <a:rPr lang="en-US" b="1" dirty="0"/>
              <a:t> ale </a:t>
            </a:r>
            <a:r>
              <a:rPr lang="en-US" b="1" dirty="0" err="1"/>
              <a:t>proiectului</a:t>
            </a:r>
            <a:r>
              <a:rPr lang="en-US" b="1" dirty="0"/>
              <a:t> au </a:t>
            </a:r>
            <a:r>
              <a:rPr lang="en-US" b="1" dirty="0" err="1"/>
              <a:t>fost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Dezvoltarea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</a:t>
            </a:r>
            <a:r>
              <a:rPr lang="en-US" b="1" dirty="0" err="1"/>
              <a:t>aplicații</a:t>
            </a:r>
            <a:r>
              <a:rPr lang="en-US" b="1" dirty="0"/>
              <a:t> intuitive</a:t>
            </a:r>
            <a:r>
              <a:rPr lang="en-US" dirty="0"/>
              <a:t> – un generator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creativ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utilizat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oricine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Implementarea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de </a:t>
            </a:r>
            <a:r>
              <a:rPr lang="en-US" b="1" dirty="0" err="1"/>
              <a:t>generare</a:t>
            </a:r>
            <a:r>
              <a:rPr lang="en-US" b="1" dirty="0"/>
              <a:t> </a:t>
            </a:r>
            <a:r>
              <a:rPr lang="en-US" b="1" dirty="0" err="1"/>
              <a:t>aleatorie</a:t>
            </a:r>
            <a:r>
              <a:rPr lang="en-US" b="1" dirty="0"/>
              <a:t> de </a:t>
            </a:r>
            <a:r>
              <a:rPr lang="en-US" b="1" dirty="0" err="1"/>
              <a:t>idei</a:t>
            </a:r>
            <a:r>
              <a:rPr lang="en-US" dirty="0"/>
              <a:t> – </a:t>
            </a:r>
            <a:r>
              <a:rPr lang="en-US" dirty="0" err="1"/>
              <a:t>fiecare</a:t>
            </a:r>
            <a:r>
              <a:rPr lang="en-US" dirty="0"/>
              <a:t> click pe </a:t>
            </a:r>
            <a:r>
              <a:rPr lang="en-US" dirty="0" err="1"/>
              <a:t>buton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aducă</a:t>
            </a:r>
            <a:r>
              <a:rPr lang="en-US" dirty="0"/>
              <a:t> o idee </a:t>
            </a:r>
            <a:r>
              <a:rPr lang="en-US" dirty="0" err="1"/>
              <a:t>diferită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-o </a:t>
            </a:r>
            <a:r>
              <a:rPr lang="en-US" dirty="0" err="1"/>
              <a:t>listă</a:t>
            </a:r>
            <a:r>
              <a:rPr lang="en-US" dirty="0"/>
              <a:t> </a:t>
            </a:r>
            <a:r>
              <a:rPr lang="en-US" dirty="0" err="1"/>
              <a:t>predefinită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Crearea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</a:t>
            </a:r>
            <a:r>
              <a:rPr lang="en-US" b="1" dirty="0" err="1"/>
              <a:t>interfețe</a:t>
            </a:r>
            <a:r>
              <a:rPr lang="en-US" b="1" dirty="0"/>
              <a:t> </a:t>
            </a:r>
            <a:r>
              <a:rPr lang="en-US" b="1" dirty="0" err="1"/>
              <a:t>grafice</a:t>
            </a:r>
            <a:r>
              <a:rPr lang="en-US" b="1" dirty="0"/>
              <a:t> </a:t>
            </a:r>
            <a:r>
              <a:rPr lang="en-US" b="1" dirty="0" err="1"/>
              <a:t>atractive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funcționale</a:t>
            </a:r>
            <a:r>
              <a:rPr lang="en-US" dirty="0"/>
              <a:t> –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Tkinter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plăcută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Înțelegerea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aplicarea</a:t>
            </a:r>
            <a:r>
              <a:rPr lang="en-US" b="1" dirty="0"/>
              <a:t> </a:t>
            </a:r>
            <a:r>
              <a:rPr lang="en-US" b="1" dirty="0" err="1"/>
              <a:t>conceptelor</a:t>
            </a:r>
            <a:r>
              <a:rPr lang="en-US" b="1" dirty="0"/>
              <a:t> de </a:t>
            </a:r>
            <a:r>
              <a:rPr lang="en-US" b="1" dirty="0" err="1"/>
              <a:t>programare</a:t>
            </a:r>
            <a:r>
              <a:rPr lang="en-US" dirty="0"/>
              <a:t> –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ideilor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funcționalităților</a:t>
            </a:r>
            <a:r>
              <a:rPr lang="en-US" dirty="0"/>
              <a:t> de </a:t>
            </a:r>
            <a:r>
              <a:rPr lang="en-US" dirty="0" err="1"/>
              <a:t>manipulare</a:t>
            </a:r>
            <a:r>
              <a:rPr lang="en-US" dirty="0"/>
              <a:t> a </a:t>
            </a:r>
            <a:r>
              <a:rPr lang="en-US" dirty="0" err="1"/>
              <a:t>acestora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11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78C8-2256-F541-1A0E-7E412EB0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US" sz="3300" dirty="0" err="1"/>
              <a:t>Funcționalitățile</a:t>
            </a:r>
            <a:r>
              <a:rPr lang="en-US" sz="3300" dirty="0"/>
              <a:t> </a:t>
            </a:r>
            <a:r>
              <a:rPr lang="en-US" sz="3300" dirty="0" err="1"/>
              <a:t>aplicației</a:t>
            </a:r>
            <a:endParaRPr lang="ro-RO" sz="33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AF6B5029-BB5C-FAC9-BAAE-F87A49104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2225" y="643463"/>
            <a:ext cx="5580356" cy="558035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2726-C588-2C36-4E4E-EF1B7D9EF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b="1" dirty="0"/>
              <a:t>Generator de </a:t>
            </a:r>
            <a:r>
              <a:rPr lang="en-US" b="1" dirty="0" err="1"/>
              <a:t>Idei</a:t>
            </a:r>
            <a:r>
              <a:rPr lang="en-US" b="1" dirty="0"/>
              <a:t> Creative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utilizatorilor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funcționalități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le </a:t>
            </a:r>
            <a:r>
              <a:rPr lang="en-US" dirty="0" err="1"/>
              <a:t>stimula</a:t>
            </a:r>
            <a:r>
              <a:rPr lang="en-US" dirty="0"/>
              <a:t> </a:t>
            </a:r>
            <a:r>
              <a:rPr lang="en-US" dirty="0" err="1"/>
              <a:t>creativitatea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le </a:t>
            </a:r>
            <a:r>
              <a:rPr lang="en-US" dirty="0" err="1"/>
              <a:t>ajuta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gestioneze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generate:</a:t>
            </a:r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8A105-E9E3-4248-0827-9902293F6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583" y="634180"/>
            <a:ext cx="6491223" cy="5580357"/>
          </a:xfrm>
          <a:prstGeom prst="roundRect">
            <a:avLst>
              <a:gd name="adj" fmla="val 135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753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AF0C-892A-A23A-00D2-021B4C9B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funcționează</a:t>
            </a:r>
            <a:r>
              <a:rPr lang="en-US" dirty="0"/>
              <a:t>?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6498-D331-F80D-BD4A-5B56F597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construită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Python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dirty="0" err="1"/>
              <a:t>Tkinter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grafică</a:t>
            </a:r>
            <a:r>
              <a:rPr lang="en-US" dirty="0"/>
              <a:t>. </a:t>
            </a:r>
            <a:r>
              <a:rPr lang="en-US" dirty="0" err="1"/>
              <a:t>Funcționalitatea</a:t>
            </a:r>
            <a:r>
              <a:rPr lang="en-US" dirty="0"/>
              <a:t> </a:t>
            </a:r>
            <a:r>
              <a:rPr lang="en-US" dirty="0" err="1"/>
              <a:t>principală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asigurată</a:t>
            </a:r>
            <a:r>
              <a:rPr lang="en-US" dirty="0"/>
              <a:t> de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genereaza_idee</a:t>
            </a:r>
            <a:r>
              <a:rPr lang="en-US" b="1" dirty="0"/>
              <a:t>()</a:t>
            </a:r>
            <a:br>
              <a:rPr lang="en-US" dirty="0"/>
            </a:br>
            <a:r>
              <a:rPr lang="en-US" dirty="0" err="1"/>
              <a:t>Selectează</a:t>
            </a:r>
            <a:r>
              <a:rPr lang="en-US" dirty="0"/>
              <a:t> o idee </a:t>
            </a:r>
            <a:r>
              <a:rPr lang="en-US" dirty="0" err="1"/>
              <a:t>aleatorie</a:t>
            </a:r>
            <a:r>
              <a:rPr lang="en-US" dirty="0"/>
              <a:t> din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predefinită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funcția</a:t>
            </a:r>
            <a:r>
              <a:rPr lang="en-US" dirty="0"/>
              <a:t> </a:t>
            </a:r>
            <a:r>
              <a:rPr lang="en-US" dirty="0" err="1"/>
              <a:t>random.choice</a:t>
            </a:r>
            <a:r>
              <a:rPr lang="en-US" dirty="0"/>
              <a:t>()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interfață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salveaza_idee</a:t>
            </a:r>
            <a:r>
              <a:rPr lang="en-US" b="1" dirty="0"/>
              <a:t>()</a:t>
            </a:r>
            <a:br>
              <a:rPr lang="en-US" dirty="0"/>
            </a:br>
            <a:r>
              <a:rPr lang="en-US" dirty="0" err="1"/>
              <a:t>Adaugă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afișată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nu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salvată</a:t>
            </a:r>
            <a:r>
              <a:rPr lang="en-US" dirty="0"/>
              <a:t> anterior. </a:t>
            </a:r>
            <a:r>
              <a:rPr lang="en-US" dirty="0" err="1"/>
              <a:t>Utilizează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confirmare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avertizare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adauga_idee</a:t>
            </a:r>
            <a:r>
              <a:rPr lang="en-US" b="1" dirty="0"/>
              <a:t>()</a:t>
            </a:r>
            <a:br>
              <a:rPr lang="en-US" dirty="0"/>
            </a:b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adauge</a:t>
            </a:r>
            <a:r>
              <a:rPr lang="en-US" dirty="0"/>
              <a:t> o idee </a:t>
            </a:r>
            <a:r>
              <a:rPr lang="en-US" dirty="0" err="1"/>
              <a:t>personalizată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. O </a:t>
            </a:r>
            <a:r>
              <a:rPr lang="en-US" dirty="0" err="1"/>
              <a:t>fereastră</a:t>
            </a:r>
            <a:r>
              <a:rPr lang="en-US" dirty="0"/>
              <a:t> de dialog </a:t>
            </a:r>
            <a:r>
              <a:rPr lang="en-US" dirty="0" err="1"/>
              <a:t>interactivă</a:t>
            </a:r>
            <a:r>
              <a:rPr lang="en-US" dirty="0"/>
              <a:t> </a:t>
            </a:r>
            <a:r>
              <a:rPr lang="en-US" dirty="0" err="1"/>
              <a:t>colectează</a:t>
            </a:r>
            <a:r>
              <a:rPr lang="en-US" dirty="0"/>
              <a:t> input-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vezi_idei_salvate</a:t>
            </a:r>
            <a:r>
              <a:rPr lang="en-US" b="1" dirty="0"/>
              <a:t>()</a:t>
            </a:r>
            <a:br>
              <a:rPr lang="en-US" dirty="0"/>
            </a:b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fereastră</a:t>
            </a:r>
            <a:r>
              <a:rPr lang="en-US" dirty="0"/>
              <a:t> de tip pop-up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ideilor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3683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AC20-430C-AD72-5EA8-861EAF3B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D1807-7AF0-4B81-9C24-438782B17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Interfața</a:t>
            </a:r>
            <a:r>
              <a:rPr lang="en-US" b="1" dirty="0"/>
              <a:t> </a:t>
            </a:r>
            <a:r>
              <a:rPr lang="en-US" b="1" dirty="0" err="1"/>
              <a:t>grafică</a:t>
            </a:r>
            <a:r>
              <a:rPr lang="en-US" b="1" dirty="0"/>
              <a:t> (</a:t>
            </a:r>
            <a:r>
              <a:rPr lang="en-US" b="1" dirty="0" err="1"/>
              <a:t>Tkinter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Construiește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</a:t>
            </a:r>
            <a:r>
              <a:rPr lang="en-US" dirty="0" err="1"/>
              <a:t>aplicației</a:t>
            </a:r>
            <a:r>
              <a:rPr lang="en-US" dirty="0"/>
              <a:t> (</a:t>
            </a:r>
            <a:r>
              <a:rPr lang="en-US" dirty="0" err="1"/>
              <a:t>buton</a:t>
            </a:r>
            <a:r>
              <a:rPr lang="en-US" dirty="0"/>
              <a:t>, </a:t>
            </a:r>
            <a:r>
              <a:rPr lang="en-US" dirty="0" err="1"/>
              <a:t>etichete</a:t>
            </a:r>
            <a:r>
              <a:rPr lang="en-US" dirty="0"/>
              <a:t>, </a:t>
            </a:r>
            <a:r>
              <a:rPr lang="en-US" dirty="0" err="1"/>
              <a:t>mesaje</a:t>
            </a:r>
            <a:r>
              <a:rPr lang="en-US" dirty="0"/>
              <a:t>).</a:t>
            </a:r>
          </a:p>
          <a:p>
            <a:r>
              <a:rPr lang="en-US" b="1" dirty="0"/>
              <a:t>Lista de </a:t>
            </a:r>
            <a:r>
              <a:rPr lang="en-US" b="1" dirty="0" err="1"/>
              <a:t>idei</a:t>
            </a:r>
            <a:r>
              <a:rPr lang="en-US" b="1" dirty="0"/>
              <a:t>:</a:t>
            </a:r>
            <a:r>
              <a:rPr lang="en-US" dirty="0"/>
              <a:t> O </a:t>
            </a:r>
            <a:r>
              <a:rPr lang="en-US" dirty="0" err="1"/>
              <a:t>structură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care </a:t>
            </a:r>
            <a:r>
              <a:rPr lang="en-US" dirty="0" err="1"/>
              <a:t>stochează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</a:t>
            </a:r>
            <a:r>
              <a:rPr lang="en-US" dirty="0" err="1"/>
              <a:t>predefinite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.</a:t>
            </a:r>
          </a:p>
          <a:p>
            <a:r>
              <a:rPr lang="en-US" b="1" dirty="0" err="1"/>
              <a:t>Generare</a:t>
            </a:r>
            <a:r>
              <a:rPr lang="en-US" b="1" dirty="0"/>
              <a:t> </a:t>
            </a:r>
            <a:r>
              <a:rPr lang="en-US" b="1" dirty="0" err="1"/>
              <a:t>aleatorie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modulelor</a:t>
            </a:r>
            <a:r>
              <a:rPr lang="en-US" dirty="0"/>
              <a:t> Python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utilizare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9860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47A4-8A44-2788-F70A-68E18F2C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30288"/>
            <a:ext cx="4785744" cy="1035579"/>
          </a:xfrm>
        </p:spPr>
        <p:txBody>
          <a:bodyPr>
            <a:normAutofit/>
          </a:bodyPr>
          <a:lstStyle/>
          <a:p>
            <a:r>
              <a:rPr lang="ro-RO" sz="3300" err="1"/>
              <a:t>Adaugarea</a:t>
            </a:r>
            <a:r>
              <a:rPr lang="ro-RO" sz="3300"/>
              <a:t> unei idei noi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E04616-B575-3DB7-418A-D7323947C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2067"/>
            <a:ext cx="4785744" cy="364913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 err="1"/>
              <a:t>Apasă</a:t>
            </a:r>
            <a:r>
              <a:rPr lang="en-US" b="1" dirty="0"/>
              <a:t> pe </a:t>
            </a:r>
            <a:r>
              <a:rPr lang="en-US" b="1" dirty="0" err="1"/>
              <a:t>butonul</a:t>
            </a:r>
            <a:r>
              <a:rPr lang="en-US" b="1" dirty="0"/>
              <a:t> „</a:t>
            </a:r>
            <a:r>
              <a:rPr lang="en-US" b="1" dirty="0" err="1"/>
              <a:t>Adaugă</a:t>
            </a:r>
            <a:r>
              <a:rPr lang="en-US" b="1" dirty="0"/>
              <a:t> Idee </a:t>
            </a:r>
            <a:r>
              <a:rPr lang="en-US" b="1" dirty="0" err="1"/>
              <a:t>Nouă</a:t>
            </a:r>
            <a:r>
              <a:rPr lang="en-US" b="1" dirty="0"/>
              <a:t>”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Introdu</a:t>
            </a:r>
            <a:r>
              <a:rPr lang="en-US" b="1" dirty="0"/>
              <a:t> </a:t>
            </a:r>
            <a:r>
              <a:rPr lang="en-US" b="1" dirty="0" err="1"/>
              <a:t>ideea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fereastra</a:t>
            </a:r>
            <a:r>
              <a:rPr lang="en-US" b="1" dirty="0"/>
              <a:t> de dialog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Completează</a:t>
            </a:r>
            <a:r>
              <a:rPr lang="en-US" b="1" dirty="0"/>
              <a:t> </a:t>
            </a:r>
            <a:r>
              <a:rPr lang="en-US" b="1" dirty="0" err="1"/>
              <a:t>câmpul</a:t>
            </a:r>
            <a:r>
              <a:rPr lang="en-US" b="1" dirty="0"/>
              <a:t> cu </a:t>
            </a:r>
            <a:r>
              <a:rPr lang="en-US" b="1" dirty="0" err="1"/>
              <a:t>ideea</a:t>
            </a:r>
            <a:r>
              <a:rPr lang="en-US" b="1" dirty="0"/>
              <a:t> </a:t>
            </a:r>
            <a:r>
              <a:rPr lang="en-US" b="1" dirty="0" err="1"/>
              <a:t>dorită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Verifică</a:t>
            </a:r>
            <a:r>
              <a:rPr lang="en-US" b="1" dirty="0"/>
              <a:t> </a:t>
            </a:r>
            <a:r>
              <a:rPr lang="en-US" b="1" dirty="0" err="1"/>
              <a:t>mesajul</a:t>
            </a:r>
            <a:r>
              <a:rPr lang="en-US" b="1" dirty="0"/>
              <a:t> de </a:t>
            </a:r>
            <a:r>
              <a:rPr lang="en-US" b="1" dirty="0" err="1"/>
              <a:t>confirmare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Ideea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acum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principală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B0597A-1A93-5A80-7400-590E4EFA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88" y="432123"/>
            <a:ext cx="4109894" cy="3534510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BEA860-D4AC-AA40-FD92-1251F725B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27208"/>
            <a:ext cx="2652127" cy="1685573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644CC3-269C-5504-7D3C-671D4EAEA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435" y="4371097"/>
            <a:ext cx="2911445" cy="1685573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304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6F8A-166A-5DCD-F553-BD77C558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Salvarea</a:t>
            </a:r>
            <a:r>
              <a:rPr lang="en-US" b="1" dirty="0"/>
              <a:t> </a:t>
            </a:r>
            <a:r>
              <a:rPr lang="en-US" b="1" dirty="0" err="1"/>
              <a:t>ideii</a:t>
            </a:r>
            <a:br>
              <a:rPr lang="en-US" b="1" dirty="0"/>
            </a:b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E411A-FC8E-3E8C-204E-A5349269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generată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interesantă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dorești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o </a:t>
            </a:r>
            <a:r>
              <a:rPr lang="en-US" dirty="0" err="1"/>
              <a:t>reții</a:t>
            </a:r>
            <a:r>
              <a:rPr lang="en-US" dirty="0"/>
              <a:t>, </a:t>
            </a:r>
            <a:r>
              <a:rPr lang="en-US" dirty="0" err="1"/>
              <a:t>apasă</a:t>
            </a:r>
            <a:r>
              <a:rPr lang="en-US" dirty="0"/>
              <a:t> </a:t>
            </a:r>
            <a:r>
              <a:rPr lang="en-US" dirty="0" err="1"/>
              <a:t>butonul</a:t>
            </a:r>
            <a:r>
              <a:rPr lang="en-US" dirty="0"/>
              <a:t> </a:t>
            </a:r>
            <a:r>
              <a:rPr lang="en-US" b="1" dirty="0"/>
              <a:t>„</a:t>
            </a:r>
            <a:r>
              <a:rPr lang="en-US" b="1" dirty="0" err="1"/>
              <a:t>Salvează</a:t>
            </a:r>
            <a:r>
              <a:rPr lang="en-US" b="1" dirty="0"/>
              <a:t> </a:t>
            </a:r>
            <a:r>
              <a:rPr lang="en-US" b="1" dirty="0" err="1"/>
              <a:t>Ideea</a:t>
            </a:r>
            <a:r>
              <a:rPr lang="en-US" b="1" dirty="0"/>
              <a:t>”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respectivă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salvată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b="1" dirty="0"/>
              <a:t>nu a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salvată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apărea</a:t>
            </a:r>
            <a:r>
              <a:rPr lang="en-US" dirty="0"/>
              <a:t> un </a:t>
            </a:r>
            <a:r>
              <a:rPr lang="en-US" dirty="0" err="1"/>
              <a:t>mesaj</a:t>
            </a:r>
            <a:r>
              <a:rPr lang="en-US" dirty="0"/>
              <a:t> de </a:t>
            </a:r>
            <a:r>
              <a:rPr lang="en-US" dirty="0" err="1"/>
              <a:t>confirmare</a:t>
            </a:r>
            <a:r>
              <a:rPr lang="en-US" dirty="0"/>
              <a:t>: </a:t>
            </a:r>
            <a:r>
              <a:rPr lang="en-US" i="1" dirty="0"/>
              <a:t>„</a:t>
            </a:r>
            <a:r>
              <a:rPr lang="en-US" i="1" dirty="0" err="1"/>
              <a:t>Ideea</a:t>
            </a:r>
            <a:r>
              <a:rPr lang="en-US" i="1" dirty="0"/>
              <a:t> a </a:t>
            </a:r>
            <a:r>
              <a:rPr lang="en-US" i="1" dirty="0" err="1"/>
              <a:t>fost</a:t>
            </a:r>
            <a:r>
              <a:rPr lang="en-US" i="1" dirty="0"/>
              <a:t> </a:t>
            </a:r>
            <a:r>
              <a:rPr lang="en-US" i="1" dirty="0" err="1"/>
              <a:t>salvată</a:t>
            </a:r>
            <a:r>
              <a:rPr lang="en-US" i="1" dirty="0"/>
              <a:t> cu </a:t>
            </a:r>
            <a:r>
              <a:rPr lang="en-US" i="1" dirty="0" err="1"/>
              <a:t>succes</a:t>
            </a:r>
            <a:r>
              <a:rPr lang="en-US" i="1" dirty="0"/>
              <a:t>!”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b="1" dirty="0"/>
              <a:t>a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deja</a:t>
            </a:r>
            <a:r>
              <a:rPr lang="en-US" b="1" dirty="0"/>
              <a:t> </a:t>
            </a:r>
            <a:r>
              <a:rPr lang="en-US" b="1" dirty="0" err="1"/>
              <a:t>salvată</a:t>
            </a:r>
            <a:r>
              <a:rPr lang="en-US" dirty="0"/>
              <a:t>, </a:t>
            </a:r>
            <a:r>
              <a:rPr lang="en-US" dirty="0" err="1"/>
              <a:t>vei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un </a:t>
            </a:r>
            <a:r>
              <a:rPr lang="en-US" dirty="0" err="1"/>
              <a:t>mesaj</a:t>
            </a:r>
            <a:r>
              <a:rPr lang="en-US" dirty="0"/>
              <a:t> de </a:t>
            </a:r>
            <a:r>
              <a:rPr lang="en-US" dirty="0" err="1"/>
              <a:t>avertizare</a:t>
            </a:r>
            <a:r>
              <a:rPr lang="en-US" dirty="0"/>
              <a:t>: </a:t>
            </a:r>
            <a:r>
              <a:rPr lang="en-US" i="1" dirty="0"/>
              <a:t>„</a:t>
            </a:r>
            <a:r>
              <a:rPr lang="en-US" i="1" dirty="0" err="1"/>
              <a:t>Această</a:t>
            </a:r>
            <a:r>
              <a:rPr lang="en-US" i="1" dirty="0"/>
              <a:t> idee a </a:t>
            </a:r>
            <a:r>
              <a:rPr lang="en-US" i="1" dirty="0" err="1"/>
              <a:t>fost</a:t>
            </a:r>
            <a:r>
              <a:rPr lang="en-US" i="1" dirty="0"/>
              <a:t> </a:t>
            </a:r>
            <a:r>
              <a:rPr lang="en-US" i="1" dirty="0" err="1"/>
              <a:t>deja</a:t>
            </a:r>
            <a:r>
              <a:rPr lang="en-US" i="1" dirty="0"/>
              <a:t> </a:t>
            </a:r>
            <a:r>
              <a:rPr lang="en-US" i="1" dirty="0" err="1"/>
              <a:t>salvată</a:t>
            </a:r>
            <a:r>
              <a:rPr lang="en-US" i="1" dirty="0"/>
              <a:t>.”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2342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19AE-55F1-C7C0-A3A6-723DB031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Vizualizarea</a:t>
            </a:r>
            <a:r>
              <a:rPr lang="en-US" b="1" dirty="0"/>
              <a:t> </a:t>
            </a:r>
            <a:r>
              <a:rPr lang="en-US" b="1" dirty="0" err="1"/>
              <a:t>ideilor</a:t>
            </a:r>
            <a:r>
              <a:rPr lang="en-US" b="1" dirty="0"/>
              <a:t> </a:t>
            </a:r>
            <a:r>
              <a:rPr lang="en-US" b="1" dirty="0" err="1"/>
              <a:t>salvate</a:t>
            </a:r>
            <a:br>
              <a:rPr lang="en-US" b="1" dirty="0"/>
            </a:b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38BF-BF18-1E00-C3C3-D4FA3899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vedea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completă</a:t>
            </a:r>
            <a:r>
              <a:rPr lang="en-US" dirty="0"/>
              <a:t> a </a:t>
            </a:r>
            <a:r>
              <a:rPr lang="en-US" dirty="0" err="1"/>
              <a:t>ideilor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, </a:t>
            </a:r>
            <a:r>
              <a:rPr lang="en-US" dirty="0" err="1"/>
              <a:t>apasă</a:t>
            </a:r>
            <a:r>
              <a:rPr lang="en-US" dirty="0"/>
              <a:t> pe </a:t>
            </a:r>
            <a:r>
              <a:rPr lang="en-US" dirty="0" err="1"/>
              <a:t>butonul</a:t>
            </a:r>
            <a:r>
              <a:rPr lang="en-US" dirty="0"/>
              <a:t> </a:t>
            </a:r>
            <a:r>
              <a:rPr lang="en-US" b="1" dirty="0"/>
              <a:t>„</a:t>
            </a:r>
            <a:r>
              <a:rPr lang="en-US" b="1" dirty="0" err="1"/>
              <a:t>Vezi</a:t>
            </a:r>
            <a:r>
              <a:rPr lang="en-US" b="1" dirty="0"/>
              <a:t> </a:t>
            </a:r>
            <a:r>
              <a:rPr lang="en-US" b="1" dirty="0" err="1"/>
              <a:t>Ideile</a:t>
            </a:r>
            <a:r>
              <a:rPr lang="en-US" b="1" dirty="0"/>
              <a:t> </a:t>
            </a:r>
            <a:r>
              <a:rPr lang="en-US" b="1" dirty="0" err="1"/>
              <a:t>Salvate</a:t>
            </a:r>
            <a:r>
              <a:rPr lang="en-US" b="1" dirty="0"/>
              <a:t>”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deschide</a:t>
            </a:r>
            <a:r>
              <a:rPr lang="en-US" dirty="0"/>
              <a:t> o </a:t>
            </a:r>
            <a:r>
              <a:rPr lang="en-US" dirty="0" err="1"/>
              <a:t>fereastră</a:t>
            </a:r>
            <a:r>
              <a:rPr lang="en-US" dirty="0"/>
              <a:t> de tip pop-up care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,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listă</a:t>
            </a:r>
            <a:r>
              <a:rPr lang="en-US" dirty="0"/>
              <a:t> </a:t>
            </a:r>
            <a:r>
              <a:rPr lang="en-US" dirty="0" err="1"/>
              <a:t>ordonată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Dacă</a:t>
            </a:r>
            <a:r>
              <a:rPr lang="en-US" dirty="0"/>
              <a:t> nu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, </a:t>
            </a:r>
            <a:r>
              <a:rPr lang="en-US" dirty="0" err="1"/>
              <a:t>vei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: </a:t>
            </a:r>
            <a:r>
              <a:rPr lang="en-US" i="1" dirty="0"/>
              <a:t>„Nu </a:t>
            </a:r>
            <a:r>
              <a:rPr lang="en-US" i="1" dirty="0" err="1"/>
              <a:t>există</a:t>
            </a:r>
            <a:r>
              <a:rPr lang="en-US" i="1" dirty="0"/>
              <a:t> </a:t>
            </a:r>
            <a:r>
              <a:rPr lang="en-US" i="1" dirty="0" err="1"/>
              <a:t>idei</a:t>
            </a:r>
            <a:r>
              <a:rPr lang="en-US" i="1" dirty="0"/>
              <a:t> </a:t>
            </a:r>
            <a:r>
              <a:rPr lang="en-US" i="1" dirty="0" err="1"/>
              <a:t>salvate</a:t>
            </a:r>
            <a:r>
              <a:rPr lang="en-US" i="1" dirty="0"/>
              <a:t>.”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5594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D0DE-9097-7ACB-9363-0DEE9F7D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523D-FC9F-6DFC-EBD9-7807F6423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06562"/>
            <a:ext cx="10131425" cy="3649133"/>
          </a:xfrm>
        </p:spPr>
        <p:txBody>
          <a:bodyPr/>
          <a:lstStyle/>
          <a:p>
            <a:r>
              <a:rPr lang="ro-RO" dirty="0"/>
              <a:t>Realizata de Toma Diana</a:t>
            </a:r>
          </a:p>
          <a:p>
            <a:r>
              <a:rPr lang="en-US" dirty="0"/>
              <a:t>A </a:t>
            </a:r>
            <a:r>
              <a:rPr lang="en-US" dirty="0" err="1"/>
              <a:t>implementat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inițială</a:t>
            </a:r>
            <a:r>
              <a:rPr lang="en-US" dirty="0"/>
              <a:t>:</a:t>
            </a:r>
          </a:p>
          <a:p>
            <a:r>
              <a:rPr lang="en-US" dirty="0"/>
              <a:t>A </a:t>
            </a:r>
            <a:r>
              <a:rPr lang="en-US" dirty="0" err="1"/>
              <a:t>configurat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idei_salvate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ideilor</a:t>
            </a:r>
            <a:r>
              <a:rPr lang="en-US" dirty="0"/>
              <a:t> generate.</a:t>
            </a:r>
          </a:p>
          <a:p>
            <a:r>
              <a:rPr lang="en-US" dirty="0"/>
              <a:t>A </a:t>
            </a:r>
            <a:r>
              <a:rPr lang="en-US" dirty="0" err="1"/>
              <a:t>proiectat</a:t>
            </a:r>
            <a:r>
              <a:rPr lang="en-US" dirty="0"/>
              <a:t> </a:t>
            </a:r>
            <a:r>
              <a:rPr lang="en-US" dirty="0" err="1"/>
              <a:t>fluxul</a:t>
            </a:r>
            <a:r>
              <a:rPr lang="en-US" dirty="0"/>
              <a:t> de </a:t>
            </a:r>
            <a:r>
              <a:rPr lang="en-US" dirty="0" err="1"/>
              <a:t>adăugare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gestionare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utilizatorilor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listă</a:t>
            </a:r>
            <a:r>
              <a:rPr lang="en-US" dirty="0"/>
              <a:t>.</a:t>
            </a:r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2B32E-3327-C087-AF16-1ECC78F3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175" y="3669655"/>
            <a:ext cx="6455650" cy="224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0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AFF4-44F2-3B1C-149B-5D2CC8DB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 de </a:t>
            </a:r>
            <a:r>
              <a:rPr lang="en-US" dirty="0" err="1"/>
              <a:t>generare</a:t>
            </a:r>
            <a:r>
              <a:rPr lang="en-US" dirty="0"/>
              <a:t> </a:t>
            </a:r>
            <a:r>
              <a:rPr lang="en-US" dirty="0" err="1"/>
              <a:t>aleatorie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4D72-DB03-B137-154B-798E1E5A2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63646"/>
            <a:ext cx="6521115" cy="1262868"/>
          </a:xfrm>
        </p:spPr>
        <p:txBody>
          <a:bodyPr>
            <a:normAutofit lnSpcReduction="10000"/>
          </a:bodyPr>
          <a:lstStyle/>
          <a:p>
            <a:r>
              <a:rPr lang="ro-RO" dirty="0"/>
              <a:t>Realizata de </a:t>
            </a:r>
            <a:r>
              <a:rPr lang="en-US" sz="1800" dirty="0" err="1"/>
              <a:t>Gavrilita</a:t>
            </a:r>
            <a:r>
              <a:rPr lang="en-US" sz="1800" dirty="0"/>
              <a:t> Iulian-Stefan</a:t>
            </a:r>
          </a:p>
          <a:p>
            <a:r>
              <a:rPr lang="en-US" dirty="0"/>
              <a:t>A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funcțiile</a:t>
            </a:r>
            <a:r>
              <a:rPr lang="en-US" dirty="0"/>
              <a:t> care </a:t>
            </a:r>
            <a:r>
              <a:rPr lang="en-US" dirty="0" err="1"/>
              <a:t>gestionează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r>
              <a:rPr lang="en-US" dirty="0"/>
              <a:t>:</a:t>
            </a:r>
          </a:p>
          <a:p>
            <a:r>
              <a:rPr lang="en-US" dirty="0"/>
              <a:t>A </a:t>
            </a:r>
            <a:r>
              <a:rPr lang="en-US" dirty="0" err="1"/>
              <a:t>integrat</a:t>
            </a:r>
            <a:r>
              <a:rPr lang="en-US" dirty="0"/>
              <a:t> </a:t>
            </a:r>
            <a:r>
              <a:rPr lang="en-US" dirty="0" err="1"/>
              <a:t>modulul</a:t>
            </a:r>
            <a:r>
              <a:rPr lang="en-US" dirty="0"/>
              <a:t> random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selecția</a:t>
            </a:r>
            <a:r>
              <a:rPr lang="en-US" dirty="0"/>
              <a:t> </a:t>
            </a:r>
            <a:r>
              <a:rPr lang="en-US" dirty="0" err="1"/>
              <a:t>aleatorie</a:t>
            </a:r>
            <a:r>
              <a:rPr lang="en-US" dirty="0"/>
              <a:t> a </a:t>
            </a:r>
            <a:r>
              <a:rPr lang="en-US" dirty="0" err="1"/>
              <a:t>ideilor</a:t>
            </a:r>
            <a:r>
              <a:rPr lang="en-US" dirty="0"/>
              <a:t>.</a:t>
            </a:r>
            <a:endParaRPr lang="en-US" sz="1800" dirty="0"/>
          </a:p>
          <a:p>
            <a:endParaRPr lang="ro-R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867EB-DE46-3C4E-60BB-4B93642FCB25}"/>
              </a:ext>
            </a:extLst>
          </p:cNvPr>
          <p:cNvSpPr txBox="1"/>
          <p:nvPr/>
        </p:nvSpPr>
        <p:spPr>
          <a:xfrm>
            <a:off x="1325947" y="2764426"/>
            <a:ext cx="211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Generare idee: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44D69-472E-837F-5990-179B1B246B5B}"/>
              </a:ext>
            </a:extLst>
          </p:cNvPr>
          <p:cNvSpPr txBox="1"/>
          <p:nvPr/>
        </p:nvSpPr>
        <p:spPr>
          <a:xfrm>
            <a:off x="1325947" y="4359555"/>
            <a:ext cx="2284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Salvare idee: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B0589-10AA-8D40-C8C5-01FB1E389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26" y="2764426"/>
            <a:ext cx="7772400" cy="39740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5D662C-5A98-5A26-EB24-3BF65D07F3DF}"/>
              </a:ext>
            </a:extLst>
          </p:cNvPr>
          <p:cNvSpPr/>
          <p:nvPr/>
        </p:nvSpPr>
        <p:spPr>
          <a:xfrm>
            <a:off x="4223084" y="3429000"/>
            <a:ext cx="1528011" cy="21656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o-RO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86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378D-7338-0894-3444-B3F78814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7C28C-F6B0-E654-5BCF-A84C96140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39744"/>
            <a:ext cx="10131425" cy="781607"/>
          </a:xfrm>
        </p:spPr>
        <p:txBody>
          <a:bodyPr/>
          <a:lstStyle/>
          <a:p>
            <a:r>
              <a:rPr lang="ro-RO" dirty="0"/>
              <a:t>Realizata de Dobrescu Luca</a:t>
            </a:r>
          </a:p>
          <a:p>
            <a:r>
              <a:rPr lang="en-US" dirty="0"/>
              <a:t>A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grafică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i="1" dirty="0" err="1"/>
              <a:t>tkinter</a:t>
            </a:r>
            <a:endParaRPr lang="ro-RO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82DFB-433F-7EC6-DA0A-12138CC5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" t="6807" r="1" b="1101"/>
          <a:stretch/>
        </p:blipFill>
        <p:spPr>
          <a:xfrm>
            <a:off x="4186989" y="2585226"/>
            <a:ext cx="7688178" cy="9853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E7E2B-52DF-974E-B0FC-C36874C83136}"/>
              </a:ext>
            </a:extLst>
          </p:cNvPr>
          <p:cNvSpPr txBox="1"/>
          <p:nvPr/>
        </p:nvSpPr>
        <p:spPr>
          <a:xfrm>
            <a:off x="685800" y="2600508"/>
            <a:ext cx="3320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ferestrei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:</a:t>
            </a:r>
            <a:endParaRPr lang="ro-R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41786-CDDE-26E4-63DD-0FA4EF40C249}"/>
              </a:ext>
            </a:extLst>
          </p:cNvPr>
          <p:cNvSpPr txBox="1"/>
          <p:nvPr/>
        </p:nvSpPr>
        <p:spPr>
          <a:xfrm>
            <a:off x="685800" y="3950987"/>
            <a:ext cx="3501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butoanelor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etichetelor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84E5FF-62A7-19D0-1AEB-4117F3A71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989" y="3928885"/>
            <a:ext cx="7772400" cy="18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30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27F4-8BC9-0362-475B-E633A826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optimizare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EFC9-EEDF-E020-12B9-8ACFFBAB6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32993"/>
            <a:ext cx="10131425" cy="2441965"/>
          </a:xfrm>
        </p:spPr>
        <p:txBody>
          <a:bodyPr>
            <a:normAutofit/>
          </a:bodyPr>
          <a:lstStyle/>
          <a:p>
            <a:r>
              <a:rPr lang="ro-RO" dirty="0"/>
              <a:t>Realizat de </a:t>
            </a:r>
            <a:r>
              <a:rPr lang="en-US" sz="1800" dirty="0"/>
              <a:t>Dogaru Octavian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efectuat</a:t>
            </a:r>
            <a:r>
              <a:rPr lang="en-US" dirty="0"/>
              <a:t> teste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funcționalitatea</a:t>
            </a:r>
            <a:r>
              <a:rPr lang="en-US" dirty="0"/>
              <a:t> </a:t>
            </a:r>
            <a:r>
              <a:rPr lang="en-US" dirty="0" err="1"/>
              <a:t>fiecărei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Teste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funcția</a:t>
            </a:r>
            <a:r>
              <a:rPr lang="en-US" dirty="0"/>
              <a:t> de </a:t>
            </a:r>
            <a:r>
              <a:rPr lang="en-US" dirty="0" err="1"/>
              <a:t>generare</a:t>
            </a:r>
            <a:r>
              <a:rPr lang="en-US" dirty="0"/>
              <a:t> a </a:t>
            </a:r>
            <a:r>
              <a:rPr lang="en-US" dirty="0" err="1"/>
              <a:t>ideilor</a:t>
            </a:r>
            <a:r>
              <a:rPr lang="en-US" dirty="0"/>
              <a:t>: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sunt </a:t>
            </a:r>
            <a:r>
              <a:rPr lang="en-US" dirty="0" err="1"/>
              <a:t>aleatorii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Teste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ideilor</a:t>
            </a:r>
            <a:r>
              <a:rPr lang="en-US" dirty="0"/>
              <a:t>: </a:t>
            </a:r>
            <a:r>
              <a:rPr lang="en-US" dirty="0" err="1"/>
              <a:t>prevenirea</a:t>
            </a:r>
            <a:r>
              <a:rPr lang="en-US" dirty="0"/>
              <a:t> </a:t>
            </a:r>
            <a:r>
              <a:rPr lang="en-US" dirty="0" err="1"/>
              <a:t>duplicatelor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adăugat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avertismente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optimizat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claritate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robustețe</a:t>
            </a:r>
            <a:r>
              <a:rPr lang="en-US" dirty="0"/>
              <a:t>.</a:t>
            </a:r>
            <a:endParaRPr lang="en-US" sz="1800" dirty="0"/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AFD36-87B2-0F8A-79EC-57FF06DF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13" y="4124757"/>
            <a:ext cx="7772400" cy="183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35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FADC-3B05-CA82-8EAD-E36E7E9D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96D40-99E7-799F-3D2E-24BF62C5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 ne-a </a:t>
            </a:r>
            <a:r>
              <a:rPr lang="en-US" dirty="0" err="1"/>
              <a:t>oferit</a:t>
            </a:r>
            <a:r>
              <a:rPr lang="en-US" dirty="0"/>
              <a:t> </a:t>
            </a:r>
            <a:r>
              <a:rPr lang="en-US" dirty="0" err="1"/>
              <a:t>oportunitatea</a:t>
            </a:r>
            <a:r>
              <a:rPr lang="en-US" dirty="0"/>
              <a:t> de a </a:t>
            </a:r>
            <a:r>
              <a:rPr lang="en-US" dirty="0" err="1"/>
              <a:t>dezvolta</a:t>
            </a:r>
            <a:r>
              <a:rPr lang="en-US" dirty="0"/>
              <a:t> 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, care </a:t>
            </a:r>
            <a:r>
              <a:rPr lang="en-US" dirty="0" err="1"/>
              <a:t>stimulează</a:t>
            </a:r>
            <a:r>
              <a:rPr lang="en-US" dirty="0"/>
              <a:t> </a:t>
            </a:r>
            <a:r>
              <a:rPr lang="en-US" dirty="0" err="1"/>
              <a:t>creativitatea</a:t>
            </a:r>
            <a:r>
              <a:rPr lang="en-US" dirty="0"/>
              <a:t> </a:t>
            </a:r>
            <a:r>
              <a:rPr lang="en-US" dirty="0" err="1"/>
              <a:t>utilizatorilor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exploreze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gestioneze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dezvoltării</a:t>
            </a:r>
            <a:r>
              <a:rPr lang="en-US" dirty="0"/>
              <a:t>, am </a:t>
            </a:r>
            <a:r>
              <a:rPr lang="en-US" dirty="0" err="1"/>
              <a:t>acumulat</a:t>
            </a:r>
            <a:r>
              <a:rPr lang="en-US" dirty="0"/>
              <a:t> </a:t>
            </a:r>
            <a:r>
              <a:rPr lang="en-US" dirty="0" err="1"/>
              <a:t>cunoștințe</a:t>
            </a:r>
            <a:r>
              <a:rPr lang="en-US" dirty="0"/>
              <a:t> </a:t>
            </a:r>
            <a:r>
              <a:rPr lang="en-US" dirty="0" err="1"/>
              <a:t>valoroase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ne-am </a:t>
            </a:r>
            <a:r>
              <a:rPr lang="en-US" dirty="0" err="1"/>
              <a:t>perfecționat</a:t>
            </a:r>
            <a:r>
              <a:rPr lang="en-US" dirty="0"/>
              <a:t> </a:t>
            </a:r>
            <a:r>
              <a:rPr lang="en-US" dirty="0" err="1"/>
              <a:t>abilitățile</a:t>
            </a:r>
            <a:r>
              <a:rPr lang="en-US" dirty="0"/>
              <a:t> </a:t>
            </a:r>
            <a:r>
              <a:rPr lang="en-US" dirty="0" err="1"/>
              <a:t>tehnice</a:t>
            </a:r>
            <a:r>
              <a:rPr lang="en-US" dirty="0"/>
              <a:t>.</a:t>
            </a:r>
          </a:p>
          <a:p>
            <a:r>
              <a:rPr lang="en-US" b="1" dirty="0"/>
              <a:t>Ce am </a:t>
            </a:r>
            <a:r>
              <a:rPr lang="en-US" b="1" dirty="0" err="1"/>
              <a:t>învățat</a:t>
            </a:r>
            <a:r>
              <a:rPr lang="en-US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Dezvoltarea</a:t>
            </a:r>
            <a:r>
              <a:rPr lang="en-US" b="1" dirty="0"/>
              <a:t> </a:t>
            </a:r>
            <a:r>
              <a:rPr lang="en-US" b="1" dirty="0" err="1"/>
              <a:t>aplicațiilor</a:t>
            </a:r>
            <a:r>
              <a:rPr lang="en-US" b="1" dirty="0"/>
              <a:t> </a:t>
            </a:r>
            <a:r>
              <a:rPr lang="en-US" b="1" dirty="0" err="1"/>
              <a:t>grafice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Python:</a:t>
            </a:r>
            <a:r>
              <a:rPr lang="en-US" dirty="0"/>
              <a:t> Am </a:t>
            </a:r>
            <a:r>
              <a:rPr lang="en-US" dirty="0" err="1"/>
              <a:t>învățat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b="1" dirty="0" err="1"/>
              <a:t>Tkinter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prietenoasă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intuitivă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Manipularea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:</a:t>
            </a:r>
            <a:r>
              <a:rPr lang="en-US" dirty="0"/>
              <a:t> Am </a:t>
            </a:r>
            <a:r>
              <a:rPr lang="en-US" dirty="0" err="1"/>
              <a:t>implementat</a:t>
            </a:r>
            <a:r>
              <a:rPr lang="en-US" dirty="0"/>
              <a:t> </a:t>
            </a:r>
            <a:r>
              <a:rPr lang="en-US" dirty="0" err="1"/>
              <a:t>funcționalități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ideilor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Generare</a:t>
            </a:r>
            <a:r>
              <a:rPr lang="en-US" b="1" dirty="0"/>
              <a:t> </a:t>
            </a:r>
            <a:r>
              <a:rPr lang="en-US" b="1" dirty="0" err="1"/>
              <a:t>aleatorie</a:t>
            </a:r>
            <a:r>
              <a:rPr lang="en-US" b="1" dirty="0"/>
              <a:t>:</a:t>
            </a:r>
            <a:r>
              <a:rPr lang="en-US" dirty="0"/>
              <a:t> Am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Python precum </a:t>
            </a:r>
            <a:r>
              <a:rPr lang="en-US" dirty="0" err="1"/>
              <a:t>random.choice</a:t>
            </a:r>
            <a:r>
              <a:rPr lang="en-US" dirty="0"/>
              <a:t>() </a:t>
            </a:r>
            <a:r>
              <a:rPr lang="en-US" dirty="0" err="1"/>
              <a:t>pentru</a:t>
            </a:r>
            <a:r>
              <a:rPr lang="en-US" dirty="0"/>
              <a:t> a selecta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mod </a:t>
            </a:r>
            <a:r>
              <a:rPr lang="en-US" dirty="0" err="1"/>
              <a:t>aleatoriu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5796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4900-C2F5-B92C-1081-30CC0ED8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Multumim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20E11-8F46-FEE5-76B6-5881FD714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91426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79</TotalTime>
  <Words>881</Words>
  <Application>Microsoft Macintosh PowerPoint</Application>
  <PresentationFormat>Widescreen</PresentationFormat>
  <Paragraphs>80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Celestial</vt:lpstr>
      <vt:lpstr>Generator de Idei Creative</vt:lpstr>
      <vt:lpstr>Introducere</vt:lpstr>
      <vt:lpstr>PowerPoint Presentation</vt:lpstr>
      <vt:lpstr>Ce am dorit să realizăm?</vt:lpstr>
      <vt:lpstr>Funcționalitățile aplicației</vt:lpstr>
      <vt:lpstr>Cum funcționează?</vt:lpstr>
      <vt:lpstr>Arhitectura aplicației</vt:lpstr>
      <vt:lpstr>Adaugarea unei idei noi</vt:lpstr>
      <vt:lpstr>Salvarea ideii </vt:lpstr>
      <vt:lpstr>Vizualizarea ideilor salvate </vt:lpstr>
      <vt:lpstr>Structura de date pentru idei</vt:lpstr>
      <vt:lpstr>Logica de generare aleatorie</vt:lpstr>
      <vt:lpstr>Interfața utilizatorului</vt:lpstr>
      <vt:lpstr>Testare și optimizare</vt:lpstr>
      <vt:lpstr>Concluzii</vt:lpstr>
      <vt:lpstr>Multumim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HRENIUC (143570)</dc:creator>
  <cp:lastModifiedBy>Matei HRENIUC (143570)</cp:lastModifiedBy>
  <cp:revision>4</cp:revision>
  <dcterms:created xsi:type="dcterms:W3CDTF">2025-01-12T13:59:16Z</dcterms:created>
  <dcterms:modified xsi:type="dcterms:W3CDTF">2025-01-13T18:33:58Z</dcterms:modified>
</cp:coreProperties>
</file>